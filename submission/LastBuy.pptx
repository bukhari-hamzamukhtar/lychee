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:\amd-hackathon\lastbuy\submission\assets\title-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4" y="274320"/>
            <a:ext cx="1069848" cy="9784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0312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LastBuy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685800" y="3063240"/>
            <a:ext cx="8595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supplier's discontinuation letter and tells you </a:t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breaks, and what to buy.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85800" y="4572000"/>
            <a:ext cx="5943600" cy="10973"/>
          </a:xfrm>
          <a:prstGeom prst="rect">
            <a:avLst/>
          </a:prstGeom>
          <a:solidFill>
            <a:srgbClr val="262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4754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Bukhari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10235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2BB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III   ·   Intelligent Industry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B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 on AMD Instinct   ·   Evolus workspace lychee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756,087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components went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obsolete in 2022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50 percent more than the year before.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14418" y="141732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82,000+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414418" y="22860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changes in 2023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no notice sent at all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14418" y="29718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four. Nobody wrote to say.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43037" y="141732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$1.1M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8143037" y="22860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cost to redesign one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 when a part is gone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43037" y="2971800"/>
            <a:ext cx="33628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whole system: $10.3 million.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160520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343400"/>
            <a:ext cx="108200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those letters lands on someone who has to work out, by hand, which products it stops — before a date that will not move.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5715000"/>
            <a:ext cx="10820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Z2Data, Obsolescence Trends 2024  ·  Z2Data, 2023 lifecycle analysis  ·  US Department of Commerce (BIS) and DSPO, DMSMS Cost Metrics, 2015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Justification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108200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 </a:t>
            </a:r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supplier's letter gives you a part number and a date. Working out which of your products that part stops, and how many to buy before the date, is still done by hand, in spreadsheets.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402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Letters arrive as PDFs and scans, in any language, with no common format.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295351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78408" y="295351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bill of materials is a tree, not a list. One part can sit under five products, through three assemblies.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366674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78408" y="3666744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has to be placed before the date. After it, the part is never sold again.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3799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4379976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tell you a part is at risk. They do not read the letter, and they do not size the order.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24028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2606040"/>
            <a:ext cx="4690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gets triaged out.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2280" y="2953512"/>
            <a:ext cx="46908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about a hundredth of a cent a notice, every letter gets read — not only the ones that look important.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3657600"/>
            <a:ext cx="4690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can be checked.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12280" y="4005072"/>
            <a:ext cx="46908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is arithmetic over your own bill of materials. Nobody has to trust a model with a million-euro order.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0" y="4709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4709160"/>
            <a:ext cx="4690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on your data.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12280" y="5056632"/>
            <a:ext cx="46908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bill of materials as a CSV, from any system. The columns are worked out from their names.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Exists Today &amp; the Gap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3362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databases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33628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SiliconExpert, Z2Data, Accuris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788920"/>
            <a:ext cx="3362858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92608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you a part is at risk. You still work out what it breaks.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4418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14418" y="1920240"/>
            <a:ext cx="3362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search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14418" y="2331720"/>
            <a:ext cx="33628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Octopart, distributor sites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14418" y="2788920"/>
            <a:ext cx="3362858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4418" y="292608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stock for one part number at a time.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43037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143037" y="1920240"/>
            <a:ext cx="3362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 and email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43037" y="2331720"/>
            <a:ext cx="33628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teams actually use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43037" y="2788920"/>
            <a:ext cx="3362858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43037" y="2926080"/>
            <a:ext cx="33628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when someone has the time. Slow when they don't.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4434840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617720"/>
            <a:ext cx="108200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reads the supplier's letter, traces the part through your own products, and hands back what to buy — with the working shown.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Comparison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103120"/>
                <a:gridCol w="1600200"/>
                <a:gridCol w="2240280"/>
                <a:gridCol w="240487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C63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Lifecycle databases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C63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search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C63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Spreadsheet by hand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LastBuy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from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part number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part number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letter, read by a person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letter, read for you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Knows your products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upload your BOM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someone's head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from your BOM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the letter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does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any language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Sizes the last order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hand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Shows how each number was made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who did it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licence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3D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time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D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about $0.0001 a notice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1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LastBuy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in the letter. Get what it breaks.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53288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" y="2734056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letter and your bill of materials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3081528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PDF, a scan or a photo, in any language — and your parts list as a CSV.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6301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" y="3831336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product the part stops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178808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every assembly it sits in, with how many go into each unit.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4709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" y="47274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97280" y="4928616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buy, and what it costs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97280" y="5276088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size, its cost, the revenue it protects, and a memo ready to sign.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49440" y="13716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RESULT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3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ADUM1201ARZ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4944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isolator, Analog Devices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49440" y="2487168"/>
            <a:ext cx="4553712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25603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641080" y="261518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stop without it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3145536"/>
            <a:ext cx="4553712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21868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€9.05M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641080" y="32735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year of revenue behind them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949440" y="3803904"/>
            <a:ext cx="4553712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3877056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504,798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64108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to buy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949440" y="4462272"/>
            <a:ext cx="4553712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4535424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days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641080" y="45902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place the order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solidFill>
            <a:srgbClr val="F7F7F9"/>
          </a:solidFill>
          <a:ln w="12700">
            <a:solidFill>
              <a:srgbClr val="DFE1E5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
</a:t>
            </a:r>
            <a:pPr algn="ct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submission/diagrams/01-system.png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5833872"/>
            <a:ext cx="10820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you give it, one browser, three services behind it.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a Notice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solidFill>
            <a:srgbClr val="F7F7F9"/>
          </a:solidFill>
          <a:ln w="12700">
            <a:solidFill>
              <a:srgbClr val="DFE1E5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a notice
</a:t>
            </a:r>
            <a:pPr algn="ct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submission/diagrams/02-notice.png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5833872"/>
            <a:ext cx="10820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notice is a form. If the page already says it, no model runs at all.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280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that sits on every screen.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1801368"/>
            <a:ext cx="4754880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your screen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85800" y="217627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knows which page you are on and what is on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2578608"/>
            <a:ext cx="4754880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65176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the system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29535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explain any figure, and which screen to open next.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355848"/>
            <a:ext cx="4754880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2900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its sources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" y="37307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ends with where it came from: a filename, or [engine].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4133088"/>
            <a:ext cx="4754880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2062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 when it doesn't know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4507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guessing to fill a gap.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4910328"/>
            <a:ext cx="4754880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8348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an account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2852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open. Asking is signed in.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715000" y="1234440"/>
            <a:ext cx="5788152" cy="4526280"/>
          </a:xfrm>
          <a:prstGeom prst="rect">
            <a:avLst/>
          </a:prstGeom>
          <a:solidFill>
            <a:srgbClr val="F7F7F9"/>
          </a:solidFill>
          <a:ln w="12700">
            <a:solidFill>
              <a:srgbClr val="DFE1E5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715000" y="1234440"/>
            <a:ext cx="5788152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Vigil answers
</a:t>
            </a:r>
            <a:pPr algn="ct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submission/diagrams/04-vigil.png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Vigil Remembers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solidFill>
            <a:srgbClr val="F7F7F9"/>
          </a:solidFill>
          <a:ln w="12700">
            <a:solidFill>
              <a:srgbClr val="DFE1E5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" y="1234440"/>
            <a:ext cx="10820095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Vigil remembers
</a:t>
            </a:r>
            <a:pPr algn="ct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submission/diagrams/03-memory.png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5833872"/>
            <a:ext cx="10820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 chat is turned into claims with sources. The chatter goes; the facts stay.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97228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&amp; Structure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024128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291072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Gemma-4-31B-IT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Instinct</a:t>
            </a:r>
            <a:pPr indent="0" marL="0">
              <a:buNone/>
            </a:pPr>
            <a:r>
              <a:rPr lang="en-US" sz="1000" dirty="0">
                <a:solidFill>
                  <a:srgbClr val="5C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Evolus workspace lychee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0861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4992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084832"/>
            <a:ext cx="24992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2560320"/>
            <a:ext cx="2499284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9748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MinerU2.5-Pro reads PDFs, scans and photos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3200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AMD Instinct through Token Factory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notice, as text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59404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59404" y="1828800"/>
            <a:ext cx="24992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59404" y="2084832"/>
            <a:ext cx="24992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form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59404" y="2560320"/>
            <a:ext cx="2499284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9404" y="269748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ticked category box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59404" y="3200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date next to its label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59404" y="370332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part numbers to your BOM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59404" y="4343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date and parts — no model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33008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33008" y="1828800"/>
            <a:ext cx="24992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33008" y="2084832"/>
            <a:ext cx="24992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part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33008" y="2560320"/>
            <a:ext cx="2499284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3008" y="269748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Walks the BOM up to every product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33008" y="3200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Multiplies quantities on each path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33008" y="370332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Sizes the order for the service period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33008" y="4343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revenue, order size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006611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006611" y="1828800"/>
            <a:ext cx="24992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C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+ EVOLUS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006611" y="2084832"/>
            <a:ext cx="24992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up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006611" y="2560320"/>
            <a:ext cx="2499284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6611" y="269748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Gemma-4-31B-IT writes the memo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006611" y="3200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Evolus agent rules on certificates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006611" y="370332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 answers questions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006611" y="434340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</a:t>
            </a:r>
            <a:pPr indent="0" marL="0">
              <a:buNone/>
            </a:pPr>
            <a:r>
              <a:rPr lang="en-US" sz="11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memo, drafts, ruling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85800" y="5074920"/>
            <a:ext cx="10820095" cy="10973"/>
          </a:xfrm>
          <a:prstGeom prst="rect">
            <a:avLst/>
          </a:prstGeom>
          <a:solidFill>
            <a:srgbClr val="DFE1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230368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 </a:t>
            </a:r>
            <a:pPr indent="0" marL="0">
              <a:buNone/>
            </a:pPr>
            <a:r>
              <a:rPr lang="en-US" sz="1250" dirty="0">
                <a:solidFill>
                  <a:srgbClr val="373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TypeScript, AMD Token Factory, Evolus, Vercel, Docker. Runs in a browser — nothing to install.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:\amd-hackathon\lastbuy\submission\assets\title-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4" y="274320"/>
            <a:ext cx="1069848" cy="9784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008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85800" y="1472184"/>
            <a:ext cx="5486400" cy="10973"/>
          </a:xfrm>
          <a:prstGeom prst="rect">
            <a:avLst/>
          </a:prstGeom>
          <a:solidFill>
            <a:srgbClr val="262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600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products alive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1929384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missed last-time buy ends a product line. Nobody meant to miss it — they just could not work it out in time.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" y="2587752"/>
            <a:ext cx="5486400" cy="10973"/>
          </a:xfrm>
          <a:prstGeom prst="rect">
            <a:avLst/>
          </a:prstGeom>
          <a:solidFill>
            <a:srgbClr val="262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271576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only for big firms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3044952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hundredth of a cent a notice, and your own spreadsheet is the input. No enterprise licence, no data migration.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03320"/>
            <a:ext cx="5486400" cy="10973"/>
          </a:xfrm>
          <a:prstGeom prst="rect">
            <a:avLst/>
          </a:prstGeom>
          <a:solidFill>
            <a:srgbClr val="262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383133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you can check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4160520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is arithmetic over your bill of materials. Nobody should sign a 1.4 million euro order on a model's word.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4818888"/>
            <a:ext cx="5486400" cy="10973"/>
          </a:xfrm>
          <a:prstGeom prst="rect">
            <a:avLst/>
          </a:prstGeom>
          <a:solidFill>
            <a:srgbClr val="262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49469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thrown away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" y="5276088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D6D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the quantity the maths gives you, not the panic order that gets scrapped three years later.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858000" y="1920240"/>
            <a:ext cx="46634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Obsolescence management is already an industry.
</a:t>
            </a:r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6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in it is a database you search.
</a:t>
            </a:r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reads the letter and tells you what breaks.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LastBuy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LastBuy</dc:title>
  <dc:subject>PptxGenJS Presentation</dc:subject>
  <dc:creator>Hamza Bukhari</dc:creator>
  <cp:lastModifiedBy>Hamza Bukhari</cp:lastModifiedBy>
  <cp:revision>1</cp:revision>
  <dcterms:created xsi:type="dcterms:W3CDTF">2026-10-17T04:55:54Z</dcterms:created>
  <dcterms:modified xsi:type="dcterms:W3CDTF">2026-10-17T04:55:54Z</dcterms:modified>
</cp:coreProperties>
</file>